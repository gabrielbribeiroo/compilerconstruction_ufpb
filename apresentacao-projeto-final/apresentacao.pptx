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Universidade Federal da Paraíba — Centro de Informática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Construção de Compiladores 1 — Prof. Andrei de Araújo Formiga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F3A5F"/>
                </a:solidFill>
                <a:latin typeface="Calibri"/>
              </a:rPr>
              <a:t>Projeto Final — Compilador Fun estendido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1">
                <a:solidFill>
                  <a:srgbClr val="666666"/>
                </a:solidFill>
                <a:latin typeface="Calibri"/>
              </a:rPr>
              <a:t>Comparações novas · Atribuição composta · return como comando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  <a:latin typeface="Calibri"/>
              </a:rPr>
              <a:t>Integrantes do grupo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latin typeface="Calibri"/>
              </a:rPr>
              <a:t>Davi Alves Rodrigues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latin typeface="Calibri"/>
              </a:rPr>
              <a:t>Gabriel Barbosa Ribeiro de Oliveira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latin typeface="Calibri"/>
              </a:rPr>
              <a:t>João Vitor Sampaio Costa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latin typeface="Calibri"/>
              </a:rPr>
              <a:t>Nathan Meira Nóbrega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1/13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Davi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De onde a gente partiu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2072579" cy="9144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Marco 1
só expressões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30363" y="2450592"/>
            <a:ext cx="164592" cy="219456"/>
          </a:xfrm>
          <a:prstGeom prst="rightArrow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04099" y="2103120"/>
            <a:ext cx="2072579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Depois
variáveis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85822" y="2450592"/>
            <a:ext cx="164592" cy="219456"/>
          </a:xfrm>
          <a:prstGeom prst="rightArrow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59558" y="2103120"/>
            <a:ext cx="2072579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Depois
if / while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41281" y="2450592"/>
            <a:ext cx="164592" cy="219456"/>
          </a:xfrm>
          <a:prstGeom prst="rightArrow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017" y="2103120"/>
            <a:ext cx="2072579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Atividade 10
funções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6740" y="2450592"/>
            <a:ext cx="164592" cy="219456"/>
          </a:xfrm>
          <a:prstGeom prst="rightArrow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70476" y="2103120"/>
            <a:ext cx="2072579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Agora
Projeto Final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1109441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No Marco 1, o compilador só entendia contas com números.</a:t>
            </a:r>
          </a:p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Depois foi ganhando variáveis, if, while — até virar uma linguagem de verdade.</a:t>
            </a:r>
          </a:p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Na última atividade, chegamos em funções: com parâmetros e até recursão.</a:t>
            </a:r>
          </a:p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1" i="0">
                <a:solidFill>
                  <a:srgbClr val="2E8B57"/>
                </a:solidFill>
                <a:latin typeface="Calibri"/>
              </a:rPr>
              <a:t>O Projeto Final é a gente melhorando esse compilador de funções.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2/13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Davi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As novidades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O que a gente escolheu adicionar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Um programa em Fun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272887" cy="31089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450592"/>
            <a:ext cx="4943703" cy="2779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fun abs(x)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  var y = 0;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  if x &lt; 0 { y = 0 - x;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  else { y = x;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  return y;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main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  return abs(0 - 42);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8288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Calibri"/>
              </a:rPr>
              <a:t>As três coisas que adicionamos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2286000"/>
            <a:ext cx="527288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1. Comparações novas (menor ou igual, etc.)</a:t>
            </a:r>
          </a:p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2. Um atalho pra atualizar variáveis (+=, -=...)</a:t>
            </a:r>
          </a:p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3. Sair de uma função mais cedo com return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800" b="0" i="0"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1">
                <a:solidFill>
                  <a:srgbClr val="666666"/>
                </a:solidFill>
                <a:latin typeface="Calibri"/>
              </a:rPr>
              <a:t>Todas deixam a linguagem mais fácil de usar no dia a dia, sem mudar nada do que já funcionava.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3/13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Davi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Comparações novas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A linguagem já tinha 'menor que', 'maior que' e 'igual'. Faltavam três bem comuns: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6035040" cy="21945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816352"/>
            <a:ext cx="5705856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222222"/>
                </a:solidFill>
                <a:latin typeface="Consolas"/>
              </a:rPr>
              <a:t>&lt;=   menor ou igual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222222"/>
                </a:solidFill>
                <a:latin typeface="Consolas"/>
              </a:rPr>
              <a:t>&gt;=   maior ou igual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0" i="0">
                <a:solidFill>
                  <a:srgbClr val="222222"/>
                </a:solidFill>
                <a:latin typeface="Consolas"/>
              </a:rPr>
              <a:t>!=   diferente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Exemplo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3017520"/>
            <a:ext cx="45720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96912" y="3182112"/>
            <a:ext cx="4242816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if idade &gt;= 60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  return 2;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500" b="0" i="0">
                <a:latin typeface="Calibri"/>
              </a:rPr>
              <a:t>Por dentro, foi tranquilo: reaproveitamos quase todo o código que já traduzia as comparações antigas.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4/13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Nathan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Um atalho pra atualizar variáveis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Em vez de repetir o nome da variável duas vezes, agora dá pra escrever direto: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94415" cy="16459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816352"/>
            <a:ext cx="10765231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onsolas"/>
              </a:rPr>
              <a:t>total += 5;      é a mesma coisa que      total = total + 5;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Funciona também com -=, *= e /=.</a:t>
            </a:r>
          </a:p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700" b="0" i="0">
                <a:latin typeface="Calibri"/>
              </a:rPr>
              <a:t>Deixa o código bem mais limpo, principalmente dentro de laços.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5/13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Nathan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Um detalhe legal dessa implementação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A gente não criou nada novo por trás dos panos.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O += simplesmente vira, na hora de compilar, a mesma coisa que escrever por extenso — zero código novo pra gerar o resultado.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 i="0">
                <a:solidFill>
                  <a:srgbClr val="2E8B57"/>
                </a:solidFill>
                <a:latin typeface="Calibri"/>
              </a:rPr>
              <a:t>E testamos justamente isso: as duas formas geram exatamente o mesmo resultado, sem diferença nenhuma.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Nathan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Saindo de uma função mais cedo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Antes, uma função só podia terminar com return bem no finalzinho dela. Se quisesse sair mais cedo — de dentro de um if, por exemplo — não dava.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66666"/>
                </a:solidFill>
                <a:latin typeface="Calibri"/>
              </a:rPr>
              <a:t>Antes: precisava de uma variável extra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83280"/>
            <a:ext cx="5272887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3547872"/>
            <a:ext cx="4943703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fun sinal(n)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var r = 0;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&lt; 0 { r = 0-1;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else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if n == 0 { r = 0;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else { r = 1;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return r;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0175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Calibri"/>
              </a:rPr>
              <a:t>Agora: sai na hora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0167" y="3383280"/>
            <a:ext cx="5272887" cy="2651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4759" y="3547872"/>
            <a:ext cx="4943703" cy="2322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fun sinal(n)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&lt; 0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return 0-1;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} else {}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== 0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return 0;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} else {}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return 1;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7/13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João Vitor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O desafio de fazer isso funcionar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O compilador só conhecia um tipo de return: o do finalzinho. Agora ele precisa diferenciar: esse return aqui é o que encerra tudo, ou é um dos que aparecem no meio do caminho?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91840"/>
            <a:ext cx="11094415" cy="2743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3456432"/>
            <a:ext cx="10765231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fun sinal(n)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&lt; 0 { return 0-1; } else {}   &lt;- antecipado, tem mais coisa depois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== 0 { return 0; } else {}    &lt;- antecipado, tem mais coisa depois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return 1;                          &lt;- esse sim e o ultimo de verdade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500" b="0" i="0">
                <a:solidFill>
                  <a:srgbClr val="2E8B57"/>
                </a:solidFill>
                <a:latin typeface="Calibri"/>
              </a:rPr>
              <a:t>A solução: o compilador olha o que vem logo depois de cada return pra decidir qual é qual.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8/13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João Vitor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Extensão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Como isso vira código de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Cada função ganhou um 'ponto de saída' fixo. Quando um return antecipado acontece, ele pula direto pra lá.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11094415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3090672"/>
            <a:ext cx="10765231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onsolas"/>
              </a:rPr>
              <a:t>return 0 - 1;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onsolas"/>
              </a:rPr>
              <a:t>    → calcula o valor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222222"/>
                </a:solidFill>
                <a:latin typeface="Consolas"/>
              </a:rPr>
              <a:t>    → pula direto pro fim da função (ignora o resto)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600" b="0" i="1">
                <a:solidFill>
                  <a:srgbClr val="666666"/>
                </a:solidFill>
                <a:latin typeface="Calibri"/>
              </a:rPr>
              <a:t>É tipo quando a gente pensa 'já achei a resposta, posso parar por aqui' — só que em assembly.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9/13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João Vitor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Mostrando tudo funcionando junto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E75B6"/>
                </a:solidFill>
                <a:latin typeface="Consolas"/>
              </a:rPr>
              <a:t>$ python compfun.py exemplos/valido8_extensoes_combinadas.fun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669280" cy="42062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359152"/>
            <a:ext cx="5340096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var contador = 0;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fun classifica(n)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&lt;= 0 { return 0; } else {}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if n &gt;= 100 { return 2; } else {}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return 1;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main {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contador += classifica(0 - 5);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contador += classifica(50);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contador += classifica(150);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return contador;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Trecho do assembly gerado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194560"/>
            <a:ext cx="4846320" cy="31089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22592" y="2359152"/>
            <a:ext cx="4517136" cy="2779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classifica: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...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setle %cl        # n &lt;= 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...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jmp Lfim_classifica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...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setge %cl        # n &gt;= 100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...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Lfim_classifica: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pop %rbp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onsolas"/>
              </a:rPr>
              <a:t>    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4864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2E8B57"/>
                </a:solidFill>
                <a:latin typeface="Calibri"/>
              </a:rPr>
              <a:t>Executado, imprime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10/13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Gabriel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Confiança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E continua tudo funcionando como 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O mais importante: a gente não quebrou nada do que já existia.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1094415" cy="19202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2907792"/>
            <a:ext cx="10765231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$ python tests/test_fun.py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----------------------------------------------------------------------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Ran 66 tests in 2.0s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222"/>
                </a:solidFill>
                <a:latin typeface="Consolas"/>
              </a:rPr>
              <a:t>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600" b="0" i="0">
                <a:latin typeface="Calibri"/>
              </a:rPr>
              <a:t>Todos os testes de antes continuam passando do mesmo jeito.</a:t>
            </a:r>
          </a:p>
          <a:p>
            <a:pPr algn="l" indent="-228600" marL="228600" lvl="0">
              <a:lnSpc>
                <a:spcPct val="115000"/>
              </a:lnSpc>
              <a:spcAft>
                <a:spcPts val="400"/>
              </a:spcAft>
              <a:buChar char="•"/>
            </a:pPr>
            <a:r>
              <a:rPr sz="1600" b="0" i="0">
                <a:solidFill>
                  <a:srgbClr val="2E8B57"/>
                </a:solidFill>
                <a:latin typeface="Calibri"/>
              </a:rPr>
              <a:t>E escrevemos vários testes novos só pras três coisas que adicionamos.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11/13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Gabriel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Pra fechar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F3A5F"/>
                </a:solidFill>
                <a:latin typeface="Calibri"/>
              </a:rPr>
              <a:t>Por que só essas três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>
                <a:latin typeface="Calibri"/>
              </a:rPr>
              <a:t>O enunciado dava a opção de fazer uma coisa mais complexa, ou pelo menos três mais simples. A gente preferiu as três simples.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800" b="0" i="0">
                <a:latin typeface="Calibri"/>
              </a:rPr>
              <a:t>Comparações novas</a:t>
            </a:r>
          </a:p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800" b="0" i="0">
                <a:latin typeface="Calibri"/>
              </a:rPr>
              <a:t>Atalho pra atualizar variáveis</a:t>
            </a:r>
          </a:p>
          <a:p>
            <a:pPr algn="l" indent="-228600" marL="228600" lvl="0">
              <a:lnSpc>
                <a:spcPct val="130000"/>
              </a:lnSpc>
              <a:spcAft>
                <a:spcPts val="400"/>
              </a:spcAft>
              <a:buChar char="•"/>
            </a:pPr>
            <a:r>
              <a:rPr sz="1800" b="0" i="0">
                <a:latin typeface="Calibri"/>
              </a:rPr>
              <a:t>Sair de uma função mais cedo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00" b="0" i="0"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1">
                <a:solidFill>
                  <a:srgbClr val="666666"/>
                </a:solidFill>
                <a:latin typeface="Calibri"/>
              </a:rPr>
              <a:t>São mudanças que ajudam de verdade quem for programar na linguagem — e deu pra testar tudo com calma.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12/13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Apresenta: Gabriel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Projeto Final — 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441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2200" b="1" i="0">
                <a:solidFill>
                  <a:srgbClr val="1F3A5F"/>
                </a:solidFill>
                <a:latin typeface="Calibri"/>
              </a:rPr>
              <a:t>Compilador Fun estendido:</a:t>
            </a:r>
          </a:p>
          <a:p>
            <a:pPr algn="ctr">
              <a:lnSpc>
                <a:spcPct val="130000"/>
              </a:lnSpc>
              <a:spcAft>
                <a:spcPts val="400"/>
              </a:spcAft>
            </a:pPr>
            <a:r>
              <a:rPr sz="1800" b="0" i="1">
                <a:solidFill>
                  <a:srgbClr val="666666"/>
                </a:solidFill>
                <a:latin typeface="Calibri"/>
              </a:rPr>
              <a:t>comparações novas · atribuição composta · return como comando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2E75B6"/>
                </a:solidFill>
                <a:latin typeface="Calibri"/>
              </a:rPr>
              <a:t>Repositório no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22222"/>
                </a:solidFill>
                <a:latin typeface="Consolas"/>
              </a:rPr>
              <a:t>github.com/gabrielbribeiroo/CompilerConstruction_UFPB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F3A5F"/>
                </a:solidFill>
                <a:latin typeface="Calibri"/>
              </a:rPr>
              <a:t>Obrigado!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66666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